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026F-D310-ABC3-86D4-D6B8E5B22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9C42D-5282-8311-F30C-24E853AC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9B7D5-73A8-A246-B056-E1DA13B7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631CD-79CF-5557-ACA1-7035B7A7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1B943-FE10-7DD6-57C4-2C383A0E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859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8434-1454-9ACE-8816-E7EE07E5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3A739-CBF4-E0A0-8F41-C0B0BA5C9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EE7A1-6915-806A-9A7E-AE94734C4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0A8E-D25C-D3CD-B782-FABD25B8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51658-2823-575D-94D8-6F29FB204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4353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A292-4EA0-12B1-55AE-295D1079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12804-18EE-C496-1726-58E45249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768E5-1149-E60B-9EAE-D72B05C2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669DC-1059-A539-13AC-FE8A43D8F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7DC75-804E-640C-F356-FBBC38D9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883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64728-6D98-DA14-8851-840C4DEB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7A347-21C3-D252-00F4-8A2ECC3A9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94E13-A706-711D-6024-1F85C3B9A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765FE-FB6C-3027-7B25-A5422364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64045-9E5F-F44C-7F4B-80320597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CBBB6-762F-3583-AD50-09727F3B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797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3877-51DD-D320-0135-1A4C043F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68B90-D640-BB77-42CA-E9D4A45F3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59656-53A9-4096-18ED-025C04A93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E0389-E89E-40EB-9FB9-DC1EE7B88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B0297-D477-6F22-C10B-4DAEFA0524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FA0C1-EA07-C598-AE90-DD3F29C0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80594-640A-02CA-6B97-A4E81F0F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DC789C-4DCB-3D5E-FD49-9BF8D196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8347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A287-87BE-85C9-1121-E7C0272B8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218EC-4493-639A-6E3F-2687088B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5064E-5E02-28E7-1002-1C05A211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4DCB7-C48B-03BB-1D98-A7F93933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437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B79934-0F42-73EE-EF11-A35070A5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B5902-FD75-270E-5A65-0C349406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1EE99-C173-5FD3-16DC-10B00ADDF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154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69D2-C639-8C42-8899-645974A04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C39CA-2A1A-FF87-742C-2CC25D9E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472FF-02BD-C7D0-8EBB-81C152A50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EF204-D607-E7E0-5B05-641A7D73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57DC8-7701-693E-7269-6E92798D7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1EB3-39D8-EC56-492E-3E71F973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405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D16B7-95A4-33DE-ED8D-FFBE8A4A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DE5EE-43B2-F730-036A-2FDE3B747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E3897-616A-9B17-4DB0-09F5CC13F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4C034-3356-AC6F-9DF7-327880468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B40BD-8864-CC40-5E46-371BEDA2A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E68B9-A51E-D809-F1BE-C58F7D56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63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A5701-E04F-B896-323D-4BECDEBA4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B9B26-EC1D-7959-65A7-6E4397D09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F5F0E-D09E-450D-9AFA-E59B70120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28524-A2C5-75A4-6CD5-FDDFEAEA2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E3BE8-FEC7-4FA8-A5EF-C7EDA610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328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74B668-9841-4489-7A60-FF97986CA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678A5-8830-AAAD-A046-93E0CF5DA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E53B-12BB-C648-3E5D-3D3BF851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26B06-84D9-9396-45C1-BC5E49ED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BF30A-F567-7FEC-34A4-20D98B6E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398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D5912-FD70-9A37-F0A2-6E0501500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6AA58-01B8-D66B-3C5A-0CA915751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56AA-6B4C-E70B-1E40-54BCED89C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1D7CE-8F88-46BC-8647-CBD13D0C4238}" type="datetimeFigureOut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6414C-F39B-C403-B5CF-5E5C55F0F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BC19D-32AA-FD05-F84B-E5AC42D25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312B0-B01F-4FB8-B551-4E650756817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607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1577BF9E-F434-0622-D5B7-BBECD3E553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90" t="19303" r="8524" b="18441"/>
          <a:stretch>
            <a:fillRect/>
          </a:stretch>
        </p:blipFill>
        <p:spPr>
          <a:xfrm>
            <a:off x="1077939" y="4680154"/>
            <a:ext cx="1827822" cy="17009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67357F2-CBA0-800E-2DB1-2F37393934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30" t="19141" r="40814" b="18623"/>
          <a:stretch>
            <a:fillRect/>
          </a:stretch>
        </p:blipFill>
        <p:spPr>
          <a:xfrm>
            <a:off x="1077939" y="2502867"/>
            <a:ext cx="1901235" cy="170042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179048F-C3F4-B612-EA7E-F1E981816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 t="19100" r="71994" b="18644"/>
          <a:stretch>
            <a:fillRect/>
          </a:stretch>
        </p:blipFill>
        <p:spPr>
          <a:xfrm>
            <a:off x="1077940" y="393289"/>
            <a:ext cx="2052320" cy="1700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C254D9-3D0A-79F9-8D81-A916F0EC75E2}"/>
              </a:ext>
            </a:extLst>
          </p:cNvPr>
          <p:cNvSpPr txBox="1"/>
          <p:nvPr/>
        </p:nvSpPr>
        <p:spPr>
          <a:xfrm>
            <a:off x="3190843" y="859058"/>
            <a:ext cx="1822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400" dirty="0"/>
              <a:t>Email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ED0852-FED4-96CC-C4D4-D01B15FF6242}"/>
              </a:ext>
            </a:extLst>
          </p:cNvPr>
          <p:cNvCxnSpPr/>
          <p:nvPr/>
        </p:nvCxnSpPr>
        <p:spPr>
          <a:xfrm>
            <a:off x="442454" y="580102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7A23AD-3FAD-46C4-588E-BB4150065197}"/>
              </a:ext>
            </a:extLst>
          </p:cNvPr>
          <p:cNvCxnSpPr/>
          <p:nvPr/>
        </p:nvCxnSpPr>
        <p:spPr>
          <a:xfrm>
            <a:off x="501441" y="1892708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B717F4-CAD8-A234-60AD-184E28C91461}"/>
              </a:ext>
            </a:extLst>
          </p:cNvPr>
          <p:cNvCxnSpPr/>
          <p:nvPr/>
        </p:nvCxnSpPr>
        <p:spPr>
          <a:xfrm>
            <a:off x="471945" y="393290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23061A-27DF-B559-9877-017A3AFFBDDA}"/>
              </a:ext>
            </a:extLst>
          </p:cNvPr>
          <p:cNvCxnSpPr/>
          <p:nvPr/>
        </p:nvCxnSpPr>
        <p:spPr>
          <a:xfrm>
            <a:off x="491609" y="2094271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65037D8-0396-6134-4343-AB4A068449C1}"/>
              </a:ext>
            </a:extLst>
          </p:cNvPr>
          <p:cNvSpPr txBox="1"/>
          <p:nvPr/>
        </p:nvSpPr>
        <p:spPr>
          <a:xfrm>
            <a:off x="3130259" y="2960704"/>
            <a:ext cx="26701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400" dirty="0"/>
              <a:t>Instagram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2A352A8-0BDA-3521-B01A-1F992EA92759}"/>
              </a:ext>
            </a:extLst>
          </p:cNvPr>
          <p:cNvCxnSpPr/>
          <p:nvPr/>
        </p:nvCxnSpPr>
        <p:spPr>
          <a:xfrm>
            <a:off x="526028" y="2689121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3BA292-F736-B6FF-B897-909F8C59826C}"/>
              </a:ext>
            </a:extLst>
          </p:cNvPr>
          <p:cNvCxnSpPr/>
          <p:nvPr/>
        </p:nvCxnSpPr>
        <p:spPr>
          <a:xfrm>
            <a:off x="585015" y="4001727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69663D-3BED-53DB-C288-9C579532030F}"/>
              </a:ext>
            </a:extLst>
          </p:cNvPr>
          <p:cNvCxnSpPr/>
          <p:nvPr/>
        </p:nvCxnSpPr>
        <p:spPr>
          <a:xfrm>
            <a:off x="555519" y="2502309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807E35B-9C22-7F48-EEE9-7C9CF7BC8D19}"/>
              </a:ext>
            </a:extLst>
          </p:cNvPr>
          <p:cNvCxnSpPr/>
          <p:nvPr/>
        </p:nvCxnSpPr>
        <p:spPr>
          <a:xfrm>
            <a:off x="575183" y="4203290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6BFFCBE-3AC4-8FB0-273C-EFFBDAF0616A}"/>
              </a:ext>
            </a:extLst>
          </p:cNvPr>
          <p:cNvCxnSpPr>
            <a:cxnSpLocks/>
          </p:cNvCxnSpPr>
          <p:nvPr/>
        </p:nvCxnSpPr>
        <p:spPr>
          <a:xfrm>
            <a:off x="2104099" y="240890"/>
            <a:ext cx="0" cy="6617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3B54B33-0956-7BFD-5CF9-B4DC5EBD0B28}"/>
              </a:ext>
            </a:extLst>
          </p:cNvPr>
          <p:cNvSpPr txBox="1"/>
          <p:nvPr/>
        </p:nvSpPr>
        <p:spPr>
          <a:xfrm>
            <a:off x="3130259" y="5126193"/>
            <a:ext cx="1822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400" dirty="0"/>
              <a:t>Etsy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EEFF10-C5E5-B34F-BE2F-B90113058EF8}"/>
              </a:ext>
            </a:extLst>
          </p:cNvPr>
          <p:cNvCxnSpPr/>
          <p:nvPr/>
        </p:nvCxnSpPr>
        <p:spPr>
          <a:xfrm>
            <a:off x="442454" y="4866966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6F95EEF-8E4A-C480-7D58-5D5B2298014A}"/>
              </a:ext>
            </a:extLst>
          </p:cNvPr>
          <p:cNvCxnSpPr/>
          <p:nvPr/>
        </p:nvCxnSpPr>
        <p:spPr>
          <a:xfrm>
            <a:off x="501441" y="6179572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97110E9-D607-C587-1D54-F06D96E07D4C}"/>
              </a:ext>
            </a:extLst>
          </p:cNvPr>
          <p:cNvCxnSpPr/>
          <p:nvPr/>
        </p:nvCxnSpPr>
        <p:spPr>
          <a:xfrm>
            <a:off x="471945" y="4680154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FE6F1C-EA67-58FE-85BC-9A44BAAECAF5}"/>
              </a:ext>
            </a:extLst>
          </p:cNvPr>
          <p:cNvCxnSpPr/>
          <p:nvPr/>
        </p:nvCxnSpPr>
        <p:spPr>
          <a:xfrm>
            <a:off x="491609" y="6381135"/>
            <a:ext cx="93996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A6013C7-87B0-AC8B-7305-D163A4785973}"/>
              </a:ext>
            </a:extLst>
          </p:cNvPr>
          <p:cNvCxnSpPr>
            <a:cxnSpLocks/>
          </p:cNvCxnSpPr>
          <p:nvPr/>
        </p:nvCxnSpPr>
        <p:spPr>
          <a:xfrm>
            <a:off x="1077939" y="267886"/>
            <a:ext cx="0" cy="6617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409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136B-6E28-268C-9CD9-E2F97D5B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15737661-DA37-34A3-803C-EBF794A4DF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290" t="19303" r="8524" b="18441"/>
          <a:stretch>
            <a:fillRect/>
          </a:stretch>
        </p:blipFill>
        <p:spPr>
          <a:xfrm>
            <a:off x="1077939" y="4680154"/>
            <a:ext cx="1827822" cy="17009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33858B8-4812-3076-35C7-802BB48B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30" t="19141" r="40814" b="18623"/>
          <a:stretch>
            <a:fillRect/>
          </a:stretch>
        </p:blipFill>
        <p:spPr>
          <a:xfrm>
            <a:off x="1077939" y="2502867"/>
            <a:ext cx="1901235" cy="170042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D338D5F-8C02-DCE3-5EBD-7E84888357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 t="19100" r="71994" b="18644"/>
          <a:stretch>
            <a:fillRect/>
          </a:stretch>
        </p:blipFill>
        <p:spPr>
          <a:xfrm>
            <a:off x="1077940" y="393289"/>
            <a:ext cx="2052320" cy="1700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D7DA64-E0C1-A5EF-B6C0-842E384CF42B}"/>
              </a:ext>
            </a:extLst>
          </p:cNvPr>
          <p:cNvSpPr txBox="1"/>
          <p:nvPr/>
        </p:nvSpPr>
        <p:spPr>
          <a:xfrm>
            <a:off x="3190843" y="859058"/>
            <a:ext cx="18629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Email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87D35D-C93F-CE22-A4CB-989F7990F62E}"/>
              </a:ext>
            </a:extLst>
          </p:cNvPr>
          <p:cNvSpPr txBox="1"/>
          <p:nvPr/>
        </p:nvSpPr>
        <p:spPr>
          <a:xfrm>
            <a:off x="3130259" y="2960704"/>
            <a:ext cx="29657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Instagram 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75759E-148F-248A-7861-4EA81D0A33EC}"/>
              </a:ext>
            </a:extLst>
          </p:cNvPr>
          <p:cNvSpPr txBox="1"/>
          <p:nvPr/>
        </p:nvSpPr>
        <p:spPr>
          <a:xfrm>
            <a:off x="3130259" y="5126193"/>
            <a:ext cx="14122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4800" dirty="0">
                <a:solidFill>
                  <a:schemeClr val="accent1">
                    <a:lumMod val="75000"/>
                  </a:schemeClr>
                </a:solidFill>
              </a:rPr>
              <a:t>Etsy  </a:t>
            </a:r>
          </a:p>
        </p:txBody>
      </p:sp>
    </p:spTree>
    <p:extLst>
      <p:ext uri="{BB962C8B-B14F-4D97-AF65-F5344CB8AC3E}">
        <p14:creationId xmlns:p14="http://schemas.microsoft.com/office/powerpoint/2010/main" val="4000208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2EFC-D7DA-7477-6AD6-0871D8123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CBCAF7-1F7B-CCBE-54D6-7B3720419A32}"/>
              </a:ext>
            </a:extLst>
          </p:cNvPr>
          <p:cNvSpPr/>
          <p:nvPr/>
        </p:nvSpPr>
        <p:spPr>
          <a:xfrm>
            <a:off x="894735" y="339491"/>
            <a:ext cx="4847303" cy="178891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B03E9D-F585-97DB-BEC3-A728F3A7C48B}"/>
              </a:ext>
            </a:extLst>
          </p:cNvPr>
          <p:cNvSpPr/>
          <p:nvPr/>
        </p:nvSpPr>
        <p:spPr>
          <a:xfrm>
            <a:off x="1002888" y="2438957"/>
            <a:ext cx="6125500" cy="178891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8A85AC-1185-3F48-36F8-8A5870E1F91C}"/>
              </a:ext>
            </a:extLst>
          </p:cNvPr>
          <p:cNvSpPr/>
          <p:nvPr/>
        </p:nvSpPr>
        <p:spPr>
          <a:xfrm>
            <a:off x="1002886" y="4612441"/>
            <a:ext cx="4109891" cy="178891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DB066C10-D8D2-700A-A443-0AEBF3601B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26" t="19303" r="8524" b="18441"/>
          <a:stretch>
            <a:fillRect/>
          </a:stretch>
        </p:blipFill>
        <p:spPr>
          <a:xfrm>
            <a:off x="1300479" y="4680154"/>
            <a:ext cx="1605281" cy="17009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BE6CA13A-88C1-2A05-90BF-4E128ADE2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06" t="19141" r="40814" b="18623"/>
          <a:stretch>
            <a:fillRect/>
          </a:stretch>
        </p:blipFill>
        <p:spPr>
          <a:xfrm>
            <a:off x="1209040" y="2502867"/>
            <a:ext cx="1770134" cy="170042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AE1440A-C290-FA59-2630-2E74AD3DD2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 t="19100" r="71994" b="18644"/>
          <a:stretch>
            <a:fillRect/>
          </a:stretch>
        </p:blipFill>
        <p:spPr>
          <a:xfrm>
            <a:off x="1077940" y="393289"/>
            <a:ext cx="2052320" cy="1700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04FCEB-1396-DAE1-4731-4A7D25E6D018}"/>
              </a:ext>
            </a:extLst>
          </p:cNvPr>
          <p:cNvSpPr txBox="1"/>
          <p:nvPr/>
        </p:nvSpPr>
        <p:spPr>
          <a:xfrm>
            <a:off x="3326905" y="720921"/>
            <a:ext cx="23061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b="1" dirty="0">
                <a:solidFill>
                  <a:schemeClr val="accent1">
                    <a:lumMod val="75000"/>
                  </a:schemeClr>
                </a:solidFill>
              </a:rPr>
              <a:t>Email</a:t>
            </a:r>
            <a:r>
              <a:rPr lang="en-CA" sz="6000" dirty="0">
                <a:solidFill>
                  <a:schemeClr val="accent1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7D9C8B-9F63-0764-6E40-6A444C979E1B}"/>
              </a:ext>
            </a:extLst>
          </p:cNvPr>
          <p:cNvSpPr txBox="1"/>
          <p:nvPr/>
        </p:nvSpPr>
        <p:spPr>
          <a:xfrm>
            <a:off x="3199085" y="2825581"/>
            <a:ext cx="38014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b="1" dirty="0">
                <a:solidFill>
                  <a:schemeClr val="accent1">
                    <a:lumMod val="75000"/>
                  </a:schemeClr>
                </a:solidFill>
              </a:rPr>
              <a:t>Instagram</a:t>
            </a:r>
            <a:r>
              <a:rPr lang="en-CA" sz="6000" dirty="0">
                <a:solidFill>
                  <a:schemeClr val="accent1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1A378BC-ECBE-CAAB-15E8-B76D39313E14}"/>
              </a:ext>
            </a:extLst>
          </p:cNvPr>
          <p:cNvSpPr txBox="1"/>
          <p:nvPr/>
        </p:nvSpPr>
        <p:spPr>
          <a:xfrm>
            <a:off x="3149925" y="4989233"/>
            <a:ext cx="17482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b="1" dirty="0">
                <a:solidFill>
                  <a:schemeClr val="accent1">
                    <a:lumMod val="75000"/>
                  </a:schemeClr>
                </a:solidFill>
              </a:rPr>
              <a:t>Etsy  </a:t>
            </a:r>
          </a:p>
        </p:txBody>
      </p:sp>
    </p:spTree>
    <p:extLst>
      <p:ext uri="{BB962C8B-B14F-4D97-AF65-F5344CB8AC3E}">
        <p14:creationId xmlns:p14="http://schemas.microsoft.com/office/powerpoint/2010/main" val="29896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BB-7A5B-C040-84F7-5CACB012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EDDAD69-6998-4DF3-F6FE-5DEE21A4110F}"/>
              </a:ext>
            </a:extLst>
          </p:cNvPr>
          <p:cNvSpPr/>
          <p:nvPr/>
        </p:nvSpPr>
        <p:spPr>
          <a:xfrm>
            <a:off x="894735" y="339491"/>
            <a:ext cx="4847303" cy="178891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AF8E9E-2EBF-8588-2FE0-119361479F64}"/>
              </a:ext>
            </a:extLst>
          </p:cNvPr>
          <p:cNvSpPr/>
          <p:nvPr/>
        </p:nvSpPr>
        <p:spPr>
          <a:xfrm>
            <a:off x="1002888" y="2438957"/>
            <a:ext cx="6125500" cy="178891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0ED90B-924C-35FB-5BAA-9A68EA531960}"/>
              </a:ext>
            </a:extLst>
          </p:cNvPr>
          <p:cNvSpPr/>
          <p:nvPr/>
        </p:nvSpPr>
        <p:spPr>
          <a:xfrm>
            <a:off x="1002886" y="4612441"/>
            <a:ext cx="4109891" cy="1788912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DFBAFBD8-4275-3FF3-9F7B-A6B6565D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26" t="19303" r="8524" b="18441"/>
          <a:stretch>
            <a:fillRect/>
          </a:stretch>
        </p:blipFill>
        <p:spPr>
          <a:xfrm>
            <a:off x="1300479" y="4680154"/>
            <a:ext cx="1605281" cy="170098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05ABB68-9817-5946-5CF0-D568357F53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4" t="19100" r="71994" b="18644"/>
          <a:stretch>
            <a:fillRect/>
          </a:stretch>
        </p:blipFill>
        <p:spPr>
          <a:xfrm>
            <a:off x="1077940" y="393289"/>
            <a:ext cx="2052320" cy="17009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52D1D9-65C8-98AB-344D-2E4D243C6641}"/>
              </a:ext>
            </a:extLst>
          </p:cNvPr>
          <p:cNvSpPr txBox="1"/>
          <p:nvPr/>
        </p:nvSpPr>
        <p:spPr>
          <a:xfrm>
            <a:off x="3326905" y="720921"/>
            <a:ext cx="23061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b="1" dirty="0">
                <a:solidFill>
                  <a:schemeClr val="accent1">
                    <a:lumMod val="75000"/>
                  </a:schemeClr>
                </a:solidFill>
              </a:rPr>
              <a:t>Email</a:t>
            </a:r>
            <a:r>
              <a:rPr lang="en-CA" sz="6000" dirty="0">
                <a:solidFill>
                  <a:schemeClr val="accent1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9CBBF8-FF89-69B8-7037-4B56A189A1F2}"/>
              </a:ext>
            </a:extLst>
          </p:cNvPr>
          <p:cNvSpPr txBox="1"/>
          <p:nvPr/>
        </p:nvSpPr>
        <p:spPr>
          <a:xfrm>
            <a:off x="3169589" y="2805917"/>
            <a:ext cx="38014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b="1" dirty="0">
                <a:solidFill>
                  <a:schemeClr val="accent1">
                    <a:lumMod val="75000"/>
                  </a:schemeClr>
                </a:solidFill>
              </a:rPr>
              <a:t>Instagram</a:t>
            </a:r>
            <a:r>
              <a:rPr lang="en-CA" sz="6000" dirty="0">
                <a:solidFill>
                  <a:schemeClr val="accent1">
                    <a:lumMod val="75000"/>
                  </a:schemeClr>
                </a:solidFill>
              </a:rPr>
              <a:t> 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742ACF-92CD-E59A-67D7-ECF4A6E4A9D1}"/>
              </a:ext>
            </a:extLst>
          </p:cNvPr>
          <p:cNvSpPr txBox="1"/>
          <p:nvPr/>
        </p:nvSpPr>
        <p:spPr>
          <a:xfrm>
            <a:off x="3149925" y="4989233"/>
            <a:ext cx="17482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6000" b="1" dirty="0">
                <a:solidFill>
                  <a:schemeClr val="accent1">
                    <a:lumMod val="75000"/>
                  </a:schemeClr>
                </a:solidFill>
              </a:rPr>
              <a:t>Etsy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3BE3DB-8989-3086-5438-97BDD47C9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466" y="4688312"/>
            <a:ext cx="1605281" cy="1617504"/>
          </a:xfrm>
          <a:prstGeom prst="rect">
            <a:avLst/>
          </a:prstGeom>
        </p:spPr>
      </p:pic>
      <p:pic>
        <p:nvPicPr>
          <p:cNvPr id="6" name="Picture 5" descr="A logo of a camera&#10;&#10;AI-generated content may be incorrect.">
            <a:extLst>
              <a:ext uri="{FF2B5EF4-FFF2-40B4-BE49-F238E27FC236}">
                <a16:creationId xmlns:a16="http://schemas.microsoft.com/office/drawing/2014/main" id="{08AAF92F-9356-F734-B102-570243409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872" y="2584986"/>
            <a:ext cx="1485568" cy="148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0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Cassondra Stevenson</dc:creator>
  <cp:lastModifiedBy>Cassondra Stevenson</cp:lastModifiedBy>
  <cp:revision>5</cp:revision>
  <dcterms:created xsi:type="dcterms:W3CDTF">2025-09-19T19:25:03Z</dcterms:created>
  <dcterms:modified xsi:type="dcterms:W3CDTF">2025-09-19T20:19:21Z</dcterms:modified>
</cp:coreProperties>
</file>